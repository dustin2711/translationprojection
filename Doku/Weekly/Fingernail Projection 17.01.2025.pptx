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9" r:id="rId5"/>
    <p:sldId id="258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452B-B519-B802-5EA3-ECB2F3813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8D798-1269-B97F-A080-0B436FEE7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1FD0-699D-8111-0E48-E5161E2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EA26C-A73E-D6BD-1E47-4781BDC5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3633-B363-8C36-4A7A-8D1C9324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8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EF80-3860-41DC-9518-0AC80910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872FD-0A39-1828-9551-4735B2A34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9BA7-5696-3DBB-9347-F5CD86B8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DD50-D16F-9514-5250-093B134F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7084D-0A60-2B8D-7039-FBE5E3AC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2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93D8-B67A-5CF2-6803-A1E5D5C90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4048F-1595-1EFA-674C-1A64CF043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51006-2EA5-B616-453A-5D9BB2AF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5D70-3BB2-BEF5-46FE-0F7C53C3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2785F-82BC-F54C-206F-1C1937C2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44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176A-39E9-511E-D898-BB173915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FA32-0B06-CE34-18A9-C6ADC0580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3BB7-7117-C816-7F67-95FF28382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A3A20-00C6-72ED-3EDA-84BD9BAF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B69A8-C380-8372-5F9A-218C38D5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74E60-1F7B-E78B-09A9-D3715970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3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37CC-EF7C-1BA8-E101-73941F3D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FF9B7-6E09-1EF0-9365-0CD763098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2426A-3881-E97E-62AE-7157D4B52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364C42-AD78-69D1-5B04-075614EFF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3EA8E-3623-37CB-7373-38A918EF0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2557D-6309-9A69-AB5D-7F94EEE1C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586BE-D02D-FA23-ABDE-06172D9F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33E775-4E90-2AFB-582B-D68A9785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0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E18E-1811-1890-BBC6-96741FF3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86A9C-4EF3-A298-CC45-77E287DB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DBD5C-5BEC-2FD4-D426-3E4CCA7F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63C4-DC1B-5667-F254-04162883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6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DB2FC6-8907-9185-3C62-D9C36823A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18FDA-5771-671F-CDBE-5CA4EFA0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29679-442A-AC86-63FF-05D5E921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5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6807-30AD-E42B-9CBE-56687DDC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18CB5-7FCF-0504-5BCF-FB2BA8DE5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2BCDB-EBD0-FCD5-549D-973AADD17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51179-7BDE-5921-7D35-5D8617EE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3E75D-CD78-BE36-0A2C-5862FCDD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4F222-9A33-C9E0-65E8-9BCC1741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2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D1E7-FF0B-E63E-84F4-00BD27F84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48177E-F08A-78AD-745A-6B1835CF8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549E4-5959-6C6F-F511-285F24BD4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F933F-653E-D387-8585-5D0BC19E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EAE7E-4AB3-631E-13CE-F8FE7CA5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5EE6-1601-6037-AF2A-E3839792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4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646F-7E8C-8C80-E063-93B0ECAD8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D1506-ADA3-0E25-D60F-6EFF82357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C1705-6BB4-C00E-CE34-A94181BD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48E2E-1D01-0631-B403-4F81723A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295C1-D13C-C064-BA26-06E5497C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5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A348C-DE41-6BF0-8516-E8480134C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82E73-826D-4880-4AE1-BE62040E0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5CAEA-3628-F3EB-C5A1-6EDB611F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5BF3E-9E6F-3A12-DEB9-C69EE9F7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5D83-BDCA-C0FB-0CE0-F1A9199A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6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3B6C3-02E2-4416-1CE2-5F7F77A1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7FF48-3C95-4961-47C0-48422AD09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13290-3C71-28F2-AD00-76C86401D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5457C-0015-4F73-8A18-FAA79B59C56B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F04D-443A-D984-1373-88153F358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0F24-F4A8-46FA-CCA3-2581826F3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6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92E7-E2C1-8679-311C-9FAC885D6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45B3D-C7EB-25C4-B0A3-29DE611B0A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5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finger&#10;&#10;Description automatically generated">
            <a:extLst>
              <a:ext uri="{FF2B5EF4-FFF2-40B4-BE49-F238E27FC236}">
                <a16:creationId xmlns:a16="http://schemas.microsoft.com/office/drawing/2014/main" id="{E6615F5F-DA0F-5381-64EC-7D0A91AC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0" r="43691"/>
          <a:stretch/>
        </p:blipFill>
        <p:spPr>
          <a:xfrm>
            <a:off x="2302388" y="2153844"/>
            <a:ext cx="9051412" cy="39077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B6E53FA-F568-1284-B1B8-528AB2C1BA4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Finger Recognition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3DE0A-D333-7AEF-B5BE-3AACF283110D}"/>
              </a:ext>
            </a:extLst>
          </p:cNvPr>
          <p:cNvSpPr txBox="1"/>
          <p:nvPr/>
        </p:nvSpPr>
        <p:spPr>
          <a:xfrm>
            <a:off x="758504" y="3952074"/>
            <a:ext cx="1543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 err="1"/>
              <a:t>Skintone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97B87-87F6-86C0-7368-9AC48D9FCE49}"/>
              </a:ext>
            </a:extLst>
          </p:cNvPr>
          <p:cNvSpPr txBox="1"/>
          <p:nvPr/>
        </p:nvSpPr>
        <p:spPr>
          <a:xfrm>
            <a:off x="758504" y="5149502"/>
            <a:ext cx="1443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 err="1"/>
              <a:t>Floodfill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68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5039-6863-B3CE-C411-1C304D72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D7F29-0330-49AA-7408-19FC42B6E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7" r="37143"/>
          <a:stretch/>
        </p:blipFill>
        <p:spPr>
          <a:xfrm>
            <a:off x="362857" y="2743200"/>
            <a:ext cx="7965491" cy="2661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4309EB-B105-0367-BE6F-85826CA9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376" y="0"/>
            <a:ext cx="3294527" cy="67251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C2A98-1104-5822-39B6-D40A75FFC7D7}"/>
              </a:ext>
            </a:extLst>
          </p:cNvPr>
          <p:cNvSpPr txBox="1">
            <a:spLocks/>
          </p:cNvSpPr>
          <p:nvPr/>
        </p:nvSpPr>
        <p:spPr>
          <a:xfrm>
            <a:off x="-825557" y="1328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5400" dirty="0" err="1"/>
              <a:t>Tweeking</a:t>
            </a:r>
            <a:r>
              <a:rPr lang="en-DE" sz="5400" dirty="0"/>
              <a:t> </a:t>
            </a:r>
            <a:r>
              <a:rPr lang="en-DE" sz="5400" dirty="0" err="1"/>
              <a:t>Skintone</a:t>
            </a:r>
            <a:r>
              <a:rPr lang="en-DE" sz="5400" dirty="0"/>
              <a:t> Approach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72331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F0569D-51D3-7E01-E6EB-711DA3C2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89" y="2052445"/>
            <a:ext cx="8221222" cy="275310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A20BB8-1DF3-2063-FC3E-404773B4A477}"/>
              </a:ext>
            </a:extLst>
          </p:cNvPr>
          <p:cNvSpPr txBox="1">
            <a:spLocks/>
          </p:cNvSpPr>
          <p:nvPr/>
        </p:nvSpPr>
        <p:spPr>
          <a:xfrm>
            <a:off x="669414" y="1619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5400" dirty="0"/>
              <a:t>Estimating Fingertip Circle</a:t>
            </a:r>
            <a:endParaRPr lang="en-US" sz="5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89EBBB-A107-4447-B25D-2E9EB65D76EB}"/>
              </a:ext>
            </a:extLst>
          </p:cNvPr>
          <p:cNvSpPr txBox="1"/>
          <p:nvPr/>
        </p:nvSpPr>
        <p:spPr>
          <a:xfrm>
            <a:off x="8091119" y="4978399"/>
            <a:ext cx="19896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400" dirty="0"/>
              <a:t>median width</a:t>
            </a:r>
            <a:endParaRPr lang="en-US" sz="1600" dirty="0"/>
          </a:p>
          <a:p>
            <a:pPr algn="ctr"/>
            <a:r>
              <a:rPr lang="en-DE" sz="2400" dirty="0"/>
              <a:t>= diameter </a:t>
            </a:r>
          </a:p>
          <a:p>
            <a:pPr algn="ctr"/>
            <a:r>
              <a:rPr lang="en-DE" sz="2400" dirty="0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95B7FA-5BCB-F617-5ABE-BF0494919A8F}"/>
              </a:ext>
            </a:extLst>
          </p:cNvPr>
          <p:cNvCxnSpPr/>
          <p:nvPr/>
        </p:nvCxnSpPr>
        <p:spPr>
          <a:xfrm>
            <a:off x="2798535" y="3510300"/>
            <a:ext cx="1422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664E5C-EC72-A60A-FC1D-F947EA247490}"/>
              </a:ext>
            </a:extLst>
          </p:cNvPr>
          <p:cNvCxnSpPr/>
          <p:nvPr/>
        </p:nvCxnSpPr>
        <p:spPr>
          <a:xfrm>
            <a:off x="8374742" y="4978399"/>
            <a:ext cx="1422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62C29E-0EE4-47A1-4798-F44388A4525F}"/>
              </a:ext>
            </a:extLst>
          </p:cNvPr>
          <p:cNvCxnSpPr>
            <a:cxnSpLocks/>
          </p:cNvCxnSpPr>
          <p:nvPr/>
        </p:nvCxnSpPr>
        <p:spPr>
          <a:xfrm>
            <a:off x="9085942" y="2792749"/>
            <a:ext cx="0" cy="6362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C276CF-71C4-20EB-3B5F-DE80A69B8792}"/>
              </a:ext>
            </a:extLst>
          </p:cNvPr>
          <p:cNvCxnSpPr>
            <a:cxnSpLocks/>
          </p:cNvCxnSpPr>
          <p:nvPr/>
        </p:nvCxnSpPr>
        <p:spPr>
          <a:xfrm>
            <a:off x="3509735" y="2817523"/>
            <a:ext cx="0" cy="6927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01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EDDD-AB82-D65D-C23C-CDFECFFB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767E3D-8AB7-F236-E09F-1071C50A9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86" y="1609161"/>
            <a:ext cx="5039428" cy="48298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DE5DD57-5939-F284-DF75-8EBD76E15B23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5400" dirty="0"/>
              <a:t>Estimating Fingernail Area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0010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4EE1-B2F0-A09C-7912-19411C45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finger pointing at a comic book&#10;&#10;Description automatically generated">
            <a:extLst>
              <a:ext uri="{FF2B5EF4-FFF2-40B4-BE49-F238E27FC236}">
                <a16:creationId xmlns:a16="http://schemas.microsoft.com/office/drawing/2014/main" id="{EC34586C-7AD1-16CC-DCFD-DA4A18E5D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569" y="0"/>
            <a:ext cx="5163670" cy="6858000"/>
          </a:xfrm>
        </p:spPr>
      </p:pic>
    </p:spTree>
    <p:extLst>
      <p:ext uri="{BB962C8B-B14F-4D97-AF65-F5344CB8AC3E}">
        <p14:creationId xmlns:p14="http://schemas.microsoft.com/office/powerpoint/2010/main" val="23646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CC25B6-8A27-7B91-3193-BCC438A28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164" y="0"/>
            <a:ext cx="5163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18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Dustin Grünwald</dc:creator>
  <cp:lastModifiedBy>Dustin Grünwald</cp:lastModifiedBy>
  <cp:revision>3</cp:revision>
  <dcterms:created xsi:type="dcterms:W3CDTF">2025-01-17T05:38:08Z</dcterms:created>
  <dcterms:modified xsi:type="dcterms:W3CDTF">2025-01-17T07:18:14Z</dcterms:modified>
</cp:coreProperties>
</file>