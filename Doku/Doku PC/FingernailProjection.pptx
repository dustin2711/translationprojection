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9" r:id="rId3"/>
    <p:sldId id="257" r:id="rId4"/>
    <p:sldId id="258" r:id="rId5"/>
    <p:sldId id="260" r:id="rId6"/>
    <p:sldId id="261" r:id="rId7"/>
    <p:sldId id="263" r:id="rId8"/>
    <p:sldId id="265" r:id="rId9"/>
    <p:sldId id="266" r:id="rId10"/>
    <p:sldId id="262" r:id="rId11"/>
    <p:sldId id="276" r:id="rId12"/>
    <p:sldId id="267" r:id="rId13"/>
    <p:sldId id="268" r:id="rId14"/>
    <p:sldId id="269" r:id="rId15"/>
    <p:sldId id="270" r:id="rId16"/>
    <p:sldId id="271" r:id="rId17"/>
    <p:sldId id="275" r:id="rId18"/>
    <p:sldId id="274" r:id="rId19"/>
    <p:sldId id="273" r:id="rId20"/>
    <p:sldId id="27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FE49E-581C-4AAF-A809-0B1F8CA55DD3}" v="9" dt="2024-11-13T01:15:4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60"/>
  </p:normalViewPr>
  <p:slideViewPr>
    <p:cSldViewPr snapToGrid="0">
      <p:cViewPr>
        <p:scale>
          <a:sx n="121" d="100"/>
          <a:sy n="121" d="100"/>
        </p:scale>
        <p:origin x="8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5CFF-D010-C8FC-CAF9-37CB649EA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32058-414F-4B79-FD2B-3FC90D4EB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220D0-1F88-7DDB-7746-A5B379F7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827A0-51F7-D1D7-015A-8DAF0A95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52283-5E67-576D-50B7-47631392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9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F646-2955-05CF-D6EF-A1A00C0B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2BCD-5A1B-FDE9-DAD4-F4790D9BA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C54C-9CA7-D463-6AF9-1BC72041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6D19-EAC4-3D2D-F678-CE0FCA4C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60AC2-1064-5351-1A6B-53FA8729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8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0704-9EE5-C15C-F356-E4038B12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3C5E4-FC40-65FE-A89A-CBCA2C7BB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EA81D-487C-8348-D721-72836615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7254E-0391-D6B0-3DEF-C6726580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34B7-F1F7-537D-CC97-420BB730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46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CC41-6A6B-D1B4-7E08-8E9AE12B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20AC3-E65A-E01B-62F6-C6500303E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226F3-1E3B-699B-EA02-351B2ED34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D802E-4D1C-C87B-B21E-1E60E59B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C8153-B835-6427-1F1A-95CD3944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46AB4-6F94-E042-5D51-63039C4B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7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C92C-BA7F-8F49-8514-FDF1BBEE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A6F05-CD65-B3E5-E17A-3593BB66D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C78F-0225-AF84-8CC7-E39F1A4D2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914BE-B393-3F0D-550A-5D87DFDD9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897AF-FF81-6918-A4B3-75824D867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3E6C5-8E9C-7351-DB94-46094732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C4F9D-3E9B-DED2-EA5E-7D6D2228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5B1C2-D564-4C65-110A-1C2E40E9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13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723A-3FB1-4DD6-6193-03CFAD90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858AE-98B4-B8D7-5B13-271D6758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F3744-1B22-F7E8-EC32-2D6F3F9C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4A83-FF4F-368A-36EA-1049A202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51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9C0B0-A1F9-A6F0-0BC1-43C623E7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BD4A2-1CFD-FCF1-B57E-E3002166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CB33E-273A-6033-0B97-59F67754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14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04BF-45B9-7686-3255-BF7BBEDB9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DF0B-BC83-8EF5-C63A-E19C70088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31C29-3106-4381-2393-76CBD027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02822-1378-EBD3-B637-FC255FD7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FDFFE-447F-9028-D86C-B0919DE3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C3292-BB43-ED7B-F06C-949CEB83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12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B1EA-C27E-B658-6257-34D37221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FF41C-E620-12C8-D78E-08D894110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E2614-6726-A49A-C619-5A0F04266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56C3E-8FFA-A294-3202-610A8C6B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26BFD-E363-17C1-0029-2CAE610A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34C21-2CEB-F673-BBF4-D276685D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8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EB16-5343-9523-033D-22B23EE7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37502-BDC3-FAFE-2A44-D48BCE88E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034C4-0F2D-3BE2-AC1B-CAA1E0AC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5EF1-0E6D-469F-8BA7-8655D7DC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CB277-2883-8152-1CD2-409CED94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9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83C75-AF77-A0CE-086C-27DCF6E4E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FA9AE-13DB-D444-FE05-F829E2FD8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C9C6-B12D-E603-67C0-B5F3E26B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B94F-F287-F55A-9186-B79BDE39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211-2E86-7D68-10E2-F6EEE8EE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5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48936-66A4-CDF0-4812-C70ECC51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A94B4-0173-0888-6744-18813B1C8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F430E-2E87-D582-631A-327CF8DFA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A3F39-A656-4942-BD48-73B10947AD5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57167-4592-836B-D320-9588F06FC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CC3FF-D55B-F486-F395-140BC811F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B8124-A7AF-433B-8810-20FC8926B70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42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E751-0950-B9EA-0E30-3F4C1496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94A0-4F6A-213A-F70B-3FBF23B2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30.10.2024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86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ight on a table&#10;&#10;Description automatically generated">
            <a:extLst>
              <a:ext uri="{FF2B5EF4-FFF2-40B4-BE49-F238E27FC236}">
                <a16:creationId xmlns:a16="http://schemas.microsoft.com/office/drawing/2014/main" id="{870BC573-0810-AE0F-E175-B6D0CEB08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164" y="0"/>
            <a:ext cx="5163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6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hand&#10;&#10;Description automatically generated">
            <a:extLst>
              <a:ext uri="{FF2B5EF4-FFF2-40B4-BE49-F238E27FC236}">
                <a16:creationId xmlns:a16="http://schemas.microsoft.com/office/drawing/2014/main" id="{2276F5DB-3B1F-604D-FCBB-E288DC3B9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7" y="0"/>
            <a:ext cx="12104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84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a person's face&#10;&#10;Description automatically generated">
            <a:extLst>
              <a:ext uri="{FF2B5EF4-FFF2-40B4-BE49-F238E27FC236}">
                <a16:creationId xmlns:a16="http://schemas.microsoft.com/office/drawing/2014/main" id="{6DE730E2-3403-7276-762B-E0072527D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857"/>
            <a:ext cx="12192000" cy="648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6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1E6A-3B34-C4C1-428F-DD762DDB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Milestones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5085B-0030-FAAA-AF0A-B8E73D57E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DE" dirty="0"/>
              <a:t>Fingertip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Text recognition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Text translation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projection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2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9F28-E255-611D-F447-69E8202A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566"/>
            <a:ext cx="10515600" cy="1325563"/>
          </a:xfrm>
        </p:spPr>
        <p:txBody>
          <a:bodyPr/>
          <a:lstStyle/>
          <a:p>
            <a:r>
              <a:rPr lang="en-DE" dirty="0"/>
              <a:t>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F3ADC-CE7A-A1D3-25DD-43529ACE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43545" cy="4351338"/>
          </a:xfrm>
        </p:spPr>
        <p:txBody>
          <a:bodyPr/>
          <a:lstStyle/>
          <a:p>
            <a:r>
              <a:rPr lang="en-DE" dirty="0"/>
              <a:t>Complicated Kanji are hard to recognize with the current camera-setup</a:t>
            </a:r>
          </a:p>
          <a:p>
            <a:pPr marL="0" indent="0">
              <a:buNone/>
            </a:pPr>
            <a:endParaRPr lang="en-DE" dirty="0"/>
          </a:p>
          <a:p>
            <a:r>
              <a:rPr lang="en-DE" dirty="0"/>
              <a:t>Images or different font sizes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A99AFB-9600-3C51-5EEA-3E8C8FFEF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1729"/>
            <a:ext cx="2426691" cy="2277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0BE0B2-94B7-9BEE-76F3-889C8E0F4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629" y="3881729"/>
            <a:ext cx="2748527" cy="2278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0226C7-9FAC-7569-BFDD-EED32D6D5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976" y="1757129"/>
            <a:ext cx="1273806" cy="167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63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9D95-3715-2FC0-BD54-E24B217A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13.11.2024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F628D-5C03-6E53-23AB-639A3B17C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999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06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E56D-F087-B8B1-29DB-2D413A86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2BA4-36B4-5379-F783-1622B298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Milestones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3AC44-C628-EE77-1D6F-53C939494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DE" dirty="0"/>
              <a:t>Fingertip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Text detection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Fix text orientation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DE" dirty="0"/>
              <a:t>Fix text bounding boxes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DE" dirty="0"/>
              <a:t>Crop window of interest automatically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Text translation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projection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1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5934-711C-771D-EEC8-EFD185E5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dirty="0"/>
              <a:t>Fix text orientation</a:t>
            </a:r>
            <a:br>
              <a:rPr lang="en-DE" dirty="0"/>
            </a:br>
            <a:r>
              <a:rPr lang="en-DE" dirty="0"/>
              <a:t>with Hough Line Transform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E2EA23-2A8C-3F9D-53F7-843685B84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5945"/>
            <a:ext cx="370990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E5AA20-2F86-737C-6AE1-75540D15B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55" y="3235692"/>
            <a:ext cx="6578230" cy="119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88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99DF-3041-22EB-F127-709B30D6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Fix wrong bounding boxes</a:t>
            </a:r>
            <a:br>
              <a:rPr lang="en-DE" dirty="0"/>
            </a:br>
            <a:r>
              <a:rPr lang="en-DE" dirty="0"/>
              <a:t>Manual segmentation and alignment</a:t>
            </a:r>
            <a:endParaRPr lang="en-US" dirty="0"/>
          </a:p>
        </p:txBody>
      </p:sp>
      <p:pic>
        <p:nvPicPr>
          <p:cNvPr id="8" name="Content Placeholder 7" descr="A black and white symbol&#10;&#10;Description automatically generated">
            <a:extLst>
              <a:ext uri="{FF2B5EF4-FFF2-40B4-BE49-F238E27FC236}">
                <a16:creationId xmlns:a16="http://schemas.microsoft.com/office/drawing/2014/main" id="{8A6C7C19-2055-40FE-2363-8100098C7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876" y="2285628"/>
            <a:ext cx="4744112" cy="12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5AF6F6-9951-D53A-1814-B25C26B7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15020"/>
            <a:ext cx="11002911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7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4415-417C-5941-3281-CE8D1999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5A7A-4F22-3578-E6CB-E9FACD2A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26.11</a:t>
            </a:r>
            <a:r>
              <a:rPr lang="en-DE" dirty="0"/>
              <a:t>.2024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85A93-E118-05D8-27FD-13788C702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999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48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4C90-EAF7-B897-FBAB-0D14F331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Detecting correct characters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6475C8-D5CC-8F3A-4C12-BDAC4938A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672" y="1564640"/>
            <a:ext cx="9272779" cy="5018723"/>
          </a:xfrm>
        </p:spPr>
      </p:pic>
    </p:spTree>
    <p:extLst>
      <p:ext uri="{BB962C8B-B14F-4D97-AF65-F5344CB8AC3E}">
        <p14:creationId xmlns:p14="http://schemas.microsoft.com/office/powerpoint/2010/main" val="2067920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B394E-82D2-9C14-AAA0-831B33F9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C7F4-267E-88AD-ED17-CDA829AB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Milestones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FA36-C399-3D5A-C9E6-30A8C9CF3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DE" dirty="0"/>
              <a:t>Fingertip detection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DE" dirty="0"/>
              <a:t>Text detection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Fix text orientation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Fix text bounding boxes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Crop window of interest automatically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Get word of interest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Text translation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DE" dirty="0"/>
              <a:t>Get meaning of word depending on context (using Bert?)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projection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88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DF8C-5D0B-6096-D268-8BA9253A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C65B-1780-D861-0B3E-7040D4DF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Milestones: more robustness needed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3A30-B955-B764-4015-E553A8603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DE" dirty="0">
                <a:solidFill>
                  <a:srgbClr val="FF0000"/>
                </a:solidFill>
              </a:rPr>
              <a:t>Fingertip detection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DE" dirty="0"/>
              <a:t>Text detection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Fix text orientation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DE" dirty="0">
                <a:solidFill>
                  <a:srgbClr val="FF0000"/>
                </a:solidFill>
              </a:rPr>
              <a:t>Fix text bounding boxes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Crop window of interest automatically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DE" dirty="0"/>
              <a:t>Get word of interest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Text translation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DE" dirty="0"/>
              <a:t>Get meaning of word depending on context (using Bert?)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DE" dirty="0"/>
              <a:t>Fingernail projection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7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2A08-22D7-FE03-9750-39DA6EB6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>
                <a:solidFill>
                  <a:srgbClr val="FF0000"/>
                </a:solidFill>
              </a:rPr>
              <a:t>Fingertip detection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B3AB13-3846-7E41-5CCF-9BF528CF2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746" y="4268476"/>
            <a:ext cx="3107476" cy="222439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FF245CC-6156-5FBE-C24F-4443C5793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33806" y="1683178"/>
            <a:ext cx="3016034" cy="2251882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37AD11-04EA-284A-CE3E-5F4CBC896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38" y="1683178"/>
            <a:ext cx="3252803" cy="21227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B93F5D-563C-67DD-F45F-4E6459BCD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505" y="4250196"/>
            <a:ext cx="3124636" cy="22243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1ABE75-3E17-204E-F450-03C1CE51C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37" y="1690625"/>
            <a:ext cx="2714253" cy="20185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8D4CB3-0FC9-E2F5-CE84-8F2551016E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4" y="4060536"/>
            <a:ext cx="3124636" cy="221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24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E271-E85A-9BC3-141D-FC8A2128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>
                <a:solidFill>
                  <a:srgbClr val="FF0000"/>
                </a:solidFill>
              </a:rPr>
              <a:t>Fix text bounding boxes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7EEC22-B97F-CDFD-05A4-9E7AC4508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030" y="3552670"/>
            <a:ext cx="7344800" cy="7240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9A31D1-CF88-7CEF-C640-AFC02B5F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68" y="1830436"/>
            <a:ext cx="6674268" cy="147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81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9EC5-F8F9-1478-D38F-53B65535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A0E4-E407-BA0D-2D08-10243A60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03.12</a:t>
            </a:r>
            <a:r>
              <a:rPr lang="en-DE" dirty="0"/>
              <a:t>.2024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470E-9DE5-65B5-F0DA-E5661BC1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999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76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97B4-151C-D923-C509-D8168B3F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3DAB-13D5-A348-C67B-943C9269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Previously: </a:t>
            </a:r>
            <a:r>
              <a:rPr lang="en-DE" dirty="0"/>
              <a:t>Fix wrong bounding boxes</a:t>
            </a:r>
            <a:br>
              <a:rPr lang="en-DE" dirty="0"/>
            </a:br>
            <a:r>
              <a:rPr lang="en-DE" dirty="0"/>
              <a:t>Manual segmentation and alignment</a:t>
            </a:r>
            <a:endParaRPr lang="en-US" dirty="0"/>
          </a:p>
        </p:txBody>
      </p:sp>
      <p:pic>
        <p:nvPicPr>
          <p:cNvPr id="8" name="Content Placeholder 7" descr="A black and white symbol&#10;&#10;Description automatically generated">
            <a:extLst>
              <a:ext uri="{FF2B5EF4-FFF2-40B4-BE49-F238E27FC236}">
                <a16:creationId xmlns:a16="http://schemas.microsoft.com/office/drawing/2014/main" id="{D0195DDD-E6EA-29D1-9C79-487E045D9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876" y="2285628"/>
            <a:ext cx="4744112" cy="12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BA0655-0B2E-714C-FE65-C96815543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15020"/>
            <a:ext cx="11002911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51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logo of a foreign language&#10;&#10;Description automatically generated">
            <a:extLst>
              <a:ext uri="{FF2B5EF4-FFF2-40B4-BE49-F238E27FC236}">
                <a16:creationId xmlns:a16="http://schemas.microsoft.com/office/drawing/2014/main" id="{5C8A3E1E-A703-5181-FFBA-3100D8B98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4488380" cy="2543175"/>
          </a:xfrm>
        </p:spPr>
      </p:pic>
      <p:sp>
        <p:nvSpPr>
          <p:cNvPr id="4" name="AutoShape 2" descr="Google Translate">
            <a:extLst>
              <a:ext uri="{FF2B5EF4-FFF2-40B4-BE49-F238E27FC236}">
                <a16:creationId xmlns:a16="http://schemas.microsoft.com/office/drawing/2014/main" id="{DDB802E5-2876-4FE8-8041-BB5317897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 descr="A screenshot of a cartoon&#10;&#10;Description automatically generated">
            <a:extLst>
              <a:ext uri="{FF2B5EF4-FFF2-40B4-BE49-F238E27FC236}">
                <a16:creationId xmlns:a16="http://schemas.microsoft.com/office/drawing/2014/main" id="{143A651E-5717-57D6-83A3-F92CB2C76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4" b="13630"/>
          <a:stretch/>
        </p:blipFill>
        <p:spPr>
          <a:xfrm>
            <a:off x="6248400" y="532661"/>
            <a:ext cx="3207057" cy="563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11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oogle Cloud Vision API - SimpleOCR">
            <a:extLst>
              <a:ext uri="{FF2B5EF4-FFF2-40B4-BE49-F238E27FC236}">
                <a16:creationId xmlns:a16="http://schemas.microsoft.com/office/drawing/2014/main" id="{52D840A7-19CB-89CE-3121-76FE6EA84F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875" y="1797424"/>
            <a:ext cx="38100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26581-22D6-ACB3-51ED-C216F0A3F4DF}"/>
              </a:ext>
            </a:extLst>
          </p:cNvPr>
          <p:cNvSpPr txBox="1"/>
          <p:nvPr/>
        </p:nvSpPr>
        <p:spPr>
          <a:xfrm>
            <a:off x="1109638" y="3978014"/>
            <a:ext cx="3882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(first 1000 images per month are free)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507552-CE05-8AAD-3962-18B75D7F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873" y="0"/>
            <a:ext cx="4574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77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AB028-7826-A353-C92F-B41EF88C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Store image for later usage</a:t>
            </a:r>
            <a:endParaRPr lang="de-DE" dirty="0"/>
          </a:p>
        </p:txBody>
      </p:sp>
      <p:pic>
        <p:nvPicPr>
          <p:cNvPr id="5" name="Inhaltsplatzhalter 4" descr="Bild mit einfarbiger Füllung">
            <a:extLst>
              <a:ext uri="{FF2B5EF4-FFF2-40B4-BE49-F238E27FC236}">
                <a16:creationId xmlns:a16="http://schemas.microsoft.com/office/drawing/2014/main" id="{0841DF01-83E9-5AFF-5A0A-F0C820E4B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3910" y="2220885"/>
            <a:ext cx="914400" cy="914400"/>
          </a:xfrm>
        </p:spPr>
      </p:pic>
      <p:pic>
        <p:nvPicPr>
          <p:cNvPr id="7" name="Grafik 6" descr="Gehirn im Kopf mit einfarbiger Füllung">
            <a:extLst>
              <a:ext uri="{FF2B5EF4-FFF2-40B4-BE49-F238E27FC236}">
                <a16:creationId xmlns:a16="http://schemas.microsoft.com/office/drawing/2014/main" id="{15FD4EA9-C398-C03C-7031-5C8CD6F8D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1843" y="2220885"/>
            <a:ext cx="914400" cy="914400"/>
          </a:xfrm>
          <a:prstGeom prst="rect">
            <a:avLst/>
          </a:prstGeom>
        </p:spPr>
      </p:pic>
      <p:pic>
        <p:nvPicPr>
          <p:cNvPr id="9" name="Grafik 8" descr="Videokamera mit einfarbiger Füllung">
            <a:extLst>
              <a:ext uri="{FF2B5EF4-FFF2-40B4-BE49-F238E27FC236}">
                <a16:creationId xmlns:a16="http://schemas.microsoft.com/office/drawing/2014/main" id="{678E78DA-8DD4-F128-5D84-3BCACC991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569779" y="3383813"/>
            <a:ext cx="914400" cy="914400"/>
          </a:xfrm>
          <a:prstGeom prst="rect">
            <a:avLst/>
          </a:prstGeom>
        </p:spPr>
      </p:pic>
      <p:pic>
        <p:nvPicPr>
          <p:cNvPr id="11" name="Grafik 10" descr="Dokument Silhouette">
            <a:extLst>
              <a:ext uri="{FF2B5EF4-FFF2-40B4-BE49-F238E27FC236}">
                <a16:creationId xmlns:a16="http://schemas.microsoft.com/office/drawing/2014/main" id="{1D5039AC-13F7-FC39-C6CF-EA704EC889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11972" y="457988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Breitbild</PresentationFormat>
  <Paragraphs>53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30.10.2024</vt:lpstr>
      <vt:lpstr>PowerPoint-Präsentation</vt:lpstr>
      <vt:lpstr>PowerPoint-Präsentation</vt:lpstr>
      <vt:lpstr>PowerPoint-Präsentation</vt:lpstr>
      <vt:lpstr>Milestones</vt:lpstr>
      <vt:lpstr>Challenges</vt:lpstr>
      <vt:lpstr>13.11.2024</vt:lpstr>
      <vt:lpstr>Milestones</vt:lpstr>
      <vt:lpstr>Fix text orientation with Hough Line Transform</vt:lpstr>
      <vt:lpstr>Fix wrong bounding boxes Manual segmentation and alignment</vt:lpstr>
      <vt:lpstr>26.11.2024</vt:lpstr>
      <vt:lpstr>Detecting correct characters</vt:lpstr>
      <vt:lpstr>Milestones</vt:lpstr>
      <vt:lpstr>Milestones: more robustness needed</vt:lpstr>
      <vt:lpstr>Fingertip detection</vt:lpstr>
      <vt:lpstr>Fix text bounding boxes</vt:lpstr>
      <vt:lpstr>03.12.2024</vt:lpstr>
      <vt:lpstr>Previously: Fix wrong bounding boxes Manual segmentation and alignment</vt:lpstr>
      <vt:lpstr>PowerPoint-Präsentation</vt:lpstr>
      <vt:lpstr>PowerPoint-Präsentation</vt:lpstr>
      <vt:lpstr>Store image for later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Dustin Grünwald</dc:creator>
  <cp:lastModifiedBy>Dustin Grünwald</cp:lastModifiedBy>
  <cp:revision>8</cp:revision>
  <dcterms:created xsi:type="dcterms:W3CDTF">2024-10-30T01:18:46Z</dcterms:created>
  <dcterms:modified xsi:type="dcterms:W3CDTF">2024-12-03T04:51:35Z</dcterms:modified>
</cp:coreProperties>
</file>